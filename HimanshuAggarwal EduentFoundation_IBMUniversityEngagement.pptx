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62" r:id="rId8"/>
    <p:sldId id="264" r:id="rId9"/>
    <p:sldId id="277" r:id="rId10"/>
    <p:sldId id="290" r:id="rId11"/>
    <p:sldId id="294" r:id="rId12"/>
    <p:sldId id="296" r:id="rId13"/>
    <p:sldId id="293" r:id="rId14"/>
    <p:sldId id="295" r:id="rId15"/>
    <p:sldId id="292" r:id="rId16"/>
    <p:sldId id="291" r:id="rId17"/>
    <p:sldId id="286"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F41A3-CB24-4D34-B59F-8EE1B1156199}" v="5" dt="2026-07-03T17:07:30.9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al Aggarwal" userId="a4b43c8d5850e969" providerId="LiveId" clId="{4F39F409-9336-4E24-9431-F37F90EA911B}"/>
    <pc:docChg chg="undo custSel addSld delSld modSld sldOrd">
      <pc:chgData name="Komal Aggarwal" userId="a4b43c8d5850e969" providerId="LiveId" clId="{4F39F409-9336-4E24-9431-F37F90EA911B}" dt="2026-07-04T09:14:00.099" v="191" actId="403"/>
      <pc:docMkLst>
        <pc:docMk/>
      </pc:docMkLst>
      <pc:sldChg chg="delSp modSp mod">
        <pc:chgData name="Komal Aggarwal" userId="a4b43c8d5850e969" providerId="LiveId" clId="{4F39F409-9336-4E24-9431-F37F90EA911B}" dt="2026-07-04T09:12:34.997" v="171" actId="14734"/>
        <pc:sldMkLst>
          <pc:docMk/>
          <pc:sldMk cId="0" sldId="257"/>
        </pc:sldMkLst>
        <pc:spChg chg="del">
          <ac:chgData name="Komal Aggarwal" userId="a4b43c8d5850e969" providerId="LiveId" clId="{4F39F409-9336-4E24-9431-F37F90EA911B}" dt="2026-07-04T09:12:10.548" v="165" actId="478"/>
          <ac:spMkLst>
            <pc:docMk/>
            <pc:sldMk cId="0" sldId="257"/>
            <ac:spMk id="3" creationId="{B0B023FA-CFEB-ACE9-8425-7E72E307CDC5}"/>
          </ac:spMkLst>
        </pc:spChg>
        <pc:spChg chg="mod">
          <ac:chgData name="Komal Aggarwal" userId="a4b43c8d5850e969" providerId="LiveId" clId="{4F39F409-9336-4E24-9431-F37F90EA911B}" dt="2026-07-04T09:12:23.268" v="169" actId="20577"/>
          <ac:spMkLst>
            <pc:docMk/>
            <pc:sldMk cId="0" sldId="257"/>
            <ac:spMk id="4" creationId="{A828B9EF-C084-F5D4-CA27-75AF7D995640}"/>
          </ac:spMkLst>
        </pc:spChg>
        <pc:spChg chg="mod">
          <ac:chgData name="Komal Aggarwal" userId="a4b43c8d5850e969" providerId="LiveId" clId="{4F39F409-9336-4E24-9431-F37F90EA911B}" dt="2026-07-04T09:12:18.826" v="167" actId="20577"/>
          <ac:spMkLst>
            <pc:docMk/>
            <pc:sldMk cId="0" sldId="257"/>
            <ac:spMk id="7" creationId="{3D723CA3-EC2D-165A-F109-3759C4E9C8A4}"/>
          </ac:spMkLst>
        </pc:spChg>
        <pc:graphicFrameChg chg="modGraphic">
          <ac:chgData name="Komal Aggarwal" userId="a4b43c8d5850e969" providerId="LiveId" clId="{4F39F409-9336-4E24-9431-F37F90EA911B}" dt="2026-07-04T09:12:34.997" v="171" actId="14734"/>
          <ac:graphicFrameMkLst>
            <pc:docMk/>
            <pc:sldMk cId="0" sldId="257"/>
            <ac:graphicFrameMk id="96" creationId="{00000000-0000-0000-0000-000000000000}"/>
          </ac:graphicFrameMkLst>
        </pc:graphicFrameChg>
      </pc:sldChg>
      <pc:sldChg chg="addSp delSp modSp mod">
        <pc:chgData name="Komal Aggarwal" userId="a4b43c8d5850e969" providerId="LiveId" clId="{4F39F409-9336-4E24-9431-F37F90EA911B}" dt="2026-07-04T09:01:06.852" v="66" actId="403"/>
        <pc:sldMkLst>
          <pc:docMk/>
          <pc:sldMk cId="0" sldId="262"/>
        </pc:sldMkLst>
        <pc:spChg chg="mod">
          <ac:chgData name="Komal Aggarwal" userId="a4b43c8d5850e969" providerId="LiveId" clId="{4F39F409-9336-4E24-9431-F37F90EA911B}" dt="2026-07-04T09:01:06.852" v="66" actId="403"/>
          <ac:spMkLst>
            <pc:docMk/>
            <pc:sldMk cId="0" sldId="262"/>
            <ac:spMk id="2" creationId="{78578745-3233-E2C4-2AF4-55BA57C68D3F}"/>
          </ac:spMkLst>
        </pc:spChg>
        <pc:picChg chg="del">
          <ac:chgData name="Komal Aggarwal" userId="a4b43c8d5850e969" providerId="LiveId" clId="{4F39F409-9336-4E24-9431-F37F90EA911B}" dt="2026-07-03T17:06:44.334" v="30" actId="478"/>
          <ac:picMkLst>
            <pc:docMk/>
            <pc:sldMk cId="0" sldId="262"/>
            <ac:picMk id="3" creationId="{81932CE2-F219-0CA8-0102-55B8C682B8A2}"/>
          </ac:picMkLst>
        </pc:picChg>
        <pc:picChg chg="add mod">
          <ac:chgData name="Komal Aggarwal" userId="a4b43c8d5850e969" providerId="LiveId" clId="{4F39F409-9336-4E24-9431-F37F90EA911B}" dt="2026-07-03T17:06:56.168" v="35" actId="1076"/>
          <ac:picMkLst>
            <pc:docMk/>
            <pc:sldMk cId="0" sldId="262"/>
            <ac:picMk id="5" creationId="{E5C9F86D-C0C2-B73F-2CFE-548C27EF99DA}"/>
          </ac:picMkLst>
        </pc:picChg>
      </pc:sldChg>
      <pc:sldChg chg="modSp mod">
        <pc:chgData name="Komal Aggarwal" userId="a4b43c8d5850e969" providerId="LiveId" clId="{4F39F409-9336-4E24-9431-F37F90EA911B}" dt="2026-07-04T09:01:15.397" v="69" actId="403"/>
        <pc:sldMkLst>
          <pc:docMk/>
          <pc:sldMk cId="0" sldId="264"/>
        </pc:sldMkLst>
        <pc:spChg chg="mod">
          <ac:chgData name="Komal Aggarwal" userId="a4b43c8d5850e969" providerId="LiveId" clId="{4F39F409-9336-4E24-9431-F37F90EA911B}" dt="2026-07-04T09:01:15.397" v="69" actId="403"/>
          <ac:spMkLst>
            <pc:docMk/>
            <pc:sldMk cId="0" sldId="264"/>
            <ac:spMk id="3" creationId="{322462E8-EB3A-DA7D-44CB-4E757803A755}"/>
          </ac:spMkLst>
        </pc:spChg>
      </pc:sldChg>
      <pc:sldChg chg="addSp delSp modSp mod">
        <pc:chgData name="Komal Aggarwal" userId="a4b43c8d5850e969" providerId="LiveId" clId="{4F39F409-9336-4E24-9431-F37F90EA911B}" dt="2026-07-04T09:14:00.099" v="191" actId="403"/>
        <pc:sldMkLst>
          <pc:docMk/>
          <pc:sldMk cId="2115484872" sldId="277"/>
        </pc:sldMkLst>
        <pc:spChg chg="mod">
          <ac:chgData name="Komal Aggarwal" userId="a4b43c8d5850e969" providerId="LiveId" clId="{4F39F409-9336-4E24-9431-F37F90EA911B}" dt="2026-07-04T09:14:00.099" v="191" actId="403"/>
          <ac:spMkLst>
            <pc:docMk/>
            <pc:sldMk cId="2115484872" sldId="277"/>
            <ac:spMk id="5" creationId="{1BD576A0-BF64-32B6-1E59-49AA2C59C5CE}"/>
          </ac:spMkLst>
        </pc:spChg>
        <pc:spChg chg="mod">
          <ac:chgData name="Komal Aggarwal" userId="a4b43c8d5850e969" providerId="LiveId" clId="{4F39F409-9336-4E24-9431-F37F90EA911B}" dt="2026-07-04T09:12:58.754" v="172" actId="403"/>
          <ac:spMkLst>
            <pc:docMk/>
            <pc:sldMk cId="2115484872" sldId="277"/>
            <ac:spMk id="278" creationId="{D62F03A8-A8A8-CB93-006E-7173DC866F6F}"/>
          </ac:spMkLst>
        </pc:spChg>
        <pc:picChg chg="add del mod modCrop">
          <ac:chgData name="Komal Aggarwal" userId="a4b43c8d5850e969" providerId="LiveId" clId="{4F39F409-9336-4E24-9431-F37F90EA911B}" dt="2026-07-04T09:04:22.702" v="103" actId="478"/>
          <ac:picMkLst>
            <pc:docMk/>
            <pc:sldMk cId="2115484872" sldId="277"/>
            <ac:picMk id="3" creationId="{4C17A70C-F0B2-9D70-06C6-A3EE16230D1F}"/>
          </ac:picMkLst>
        </pc:picChg>
        <pc:picChg chg="add mod modCrop">
          <ac:chgData name="Komal Aggarwal" userId="a4b43c8d5850e969" providerId="LiveId" clId="{4F39F409-9336-4E24-9431-F37F90EA911B}" dt="2026-07-04T09:04:28.158" v="105" actId="14100"/>
          <ac:picMkLst>
            <pc:docMk/>
            <pc:sldMk cId="2115484872" sldId="277"/>
            <ac:picMk id="6" creationId="{59D314C6-BADB-E486-7C40-E73D39E9A9D7}"/>
          </ac:picMkLst>
        </pc:picChg>
        <pc:picChg chg="add del mod modCrop">
          <ac:chgData name="Komal Aggarwal" userId="a4b43c8d5850e969" providerId="LiveId" clId="{4F39F409-9336-4E24-9431-F37F90EA911B}" dt="2026-07-04T09:13:20.020" v="173" actId="478"/>
          <ac:picMkLst>
            <pc:docMk/>
            <pc:sldMk cId="2115484872" sldId="277"/>
            <ac:picMk id="8" creationId="{2BF9C6C3-6FD9-4EF6-B742-4BEDB02D0B0A}"/>
          </ac:picMkLst>
        </pc:picChg>
        <pc:picChg chg="add mod">
          <ac:chgData name="Komal Aggarwal" userId="a4b43c8d5850e969" providerId="LiveId" clId="{4F39F409-9336-4E24-9431-F37F90EA911B}" dt="2026-07-04T09:13:42.553" v="182" actId="14100"/>
          <ac:picMkLst>
            <pc:docMk/>
            <pc:sldMk cId="2115484872" sldId="277"/>
            <ac:picMk id="10" creationId="{C30A076D-77D2-C915-91E5-B274B8AA0C14}"/>
          </ac:picMkLst>
        </pc:picChg>
        <pc:picChg chg="del">
          <ac:chgData name="Komal Aggarwal" userId="a4b43c8d5850e969" providerId="LiveId" clId="{4F39F409-9336-4E24-9431-F37F90EA911B}" dt="2026-07-04T09:01:58.076" v="74" actId="478"/>
          <ac:picMkLst>
            <pc:docMk/>
            <pc:sldMk cId="2115484872" sldId="277"/>
            <ac:picMk id="12" creationId="{3E29AF1D-88C4-87E5-74DF-4E97121E06CE}"/>
          </ac:picMkLst>
        </pc:picChg>
        <pc:picChg chg="del">
          <ac:chgData name="Komal Aggarwal" userId="a4b43c8d5850e969" providerId="LiveId" clId="{4F39F409-9336-4E24-9431-F37F90EA911B}" dt="2026-07-04T09:05:01.949" v="109" actId="478"/>
          <ac:picMkLst>
            <pc:docMk/>
            <pc:sldMk cId="2115484872" sldId="277"/>
            <ac:picMk id="13" creationId="{C81444F5-0692-DD67-1759-70821E53B029}"/>
          </ac:picMkLst>
        </pc:picChg>
      </pc:sldChg>
      <pc:sldChg chg="modSp mod">
        <pc:chgData name="Komal Aggarwal" userId="a4b43c8d5850e969" providerId="LiveId" clId="{4F39F409-9336-4E24-9431-F37F90EA911B}" dt="2026-07-04T09:00:44.198" v="61" actId="404"/>
        <pc:sldMkLst>
          <pc:docMk/>
          <pc:sldMk cId="3764405840" sldId="278"/>
        </pc:sldMkLst>
        <pc:spChg chg="mod">
          <ac:chgData name="Komal Aggarwal" userId="a4b43c8d5850e969" providerId="LiveId" clId="{4F39F409-9336-4E24-9431-F37F90EA911B}" dt="2026-07-04T09:00:44.198" v="61" actId="404"/>
          <ac:spMkLst>
            <pc:docMk/>
            <pc:sldMk cId="3764405840" sldId="278"/>
            <ac:spMk id="2" creationId="{151FBD4A-3273-E454-091D-D5B0678FC299}"/>
          </ac:spMkLst>
        </pc:spChg>
        <pc:spChg chg="mod">
          <ac:chgData name="Komal Aggarwal" userId="a4b43c8d5850e969" providerId="LiveId" clId="{4F39F409-9336-4E24-9431-F37F90EA911B}" dt="2026-07-03T16:49:32.141" v="29" actId="12"/>
          <ac:spMkLst>
            <pc:docMk/>
            <pc:sldMk cId="3764405840" sldId="278"/>
            <ac:spMk id="3" creationId="{4A7608B5-9906-EFCF-959A-E89FC2E3EE19}"/>
          </ac:spMkLst>
        </pc:spChg>
      </pc:sldChg>
      <pc:sldChg chg="delSp del mod">
        <pc:chgData name="Komal Aggarwal" userId="a4b43c8d5850e969" providerId="LiveId" clId="{4F39F409-9336-4E24-9431-F37F90EA911B}" dt="2026-07-03T17:07:39.340" v="42" actId="2696"/>
        <pc:sldMkLst>
          <pc:docMk/>
          <pc:sldMk cId="2772501912" sldId="279"/>
        </pc:sldMkLst>
        <pc:picChg chg="del">
          <ac:chgData name="Komal Aggarwal" userId="a4b43c8d5850e969" providerId="LiveId" clId="{4F39F409-9336-4E24-9431-F37F90EA911B}" dt="2026-07-03T17:07:36.974" v="41" actId="478"/>
          <ac:picMkLst>
            <pc:docMk/>
            <pc:sldMk cId="2772501912" sldId="279"/>
            <ac:picMk id="4" creationId="{C597681A-DF93-B190-DD21-CBAEDA4E3CBF}"/>
          </ac:picMkLst>
        </pc:picChg>
      </pc:sldChg>
      <pc:sldChg chg="modSp mod">
        <pc:chgData name="Komal Aggarwal" userId="a4b43c8d5850e969" providerId="LiveId" clId="{4F39F409-9336-4E24-9431-F37F90EA911B}" dt="2026-07-04T09:03:05.510" v="84" actId="14100"/>
        <pc:sldMkLst>
          <pc:docMk/>
          <pc:sldMk cId="2136706720" sldId="280"/>
        </pc:sldMkLst>
        <pc:spChg chg="mod">
          <ac:chgData name="Komal Aggarwal" userId="a4b43c8d5850e969" providerId="LiveId" clId="{4F39F409-9336-4E24-9431-F37F90EA911B}" dt="2026-07-04T09:02:58.370" v="82" actId="403"/>
          <ac:spMkLst>
            <pc:docMk/>
            <pc:sldMk cId="2136706720" sldId="280"/>
            <ac:spMk id="278" creationId="{0668C6FD-577A-7288-5642-1AFC22BD04F2}"/>
          </ac:spMkLst>
        </pc:spChg>
        <pc:spChg chg="mod">
          <ac:chgData name="Komal Aggarwal" userId="a4b43c8d5850e969" providerId="LiveId" clId="{4F39F409-9336-4E24-9431-F37F90EA911B}" dt="2026-07-04T09:03:05.510" v="84" actId="14100"/>
          <ac:spMkLst>
            <pc:docMk/>
            <pc:sldMk cId="2136706720" sldId="280"/>
            <ac:spMk id="279" creationId="{EAFA16CB-0A72-5AC5-69A0-ABF4A752B43F}"/>
          </ac:spMkLst>
        </pc:spChg>
      </pc:sldChg>
      <pc:sldChg chg="modSp mod">
        <pc:chgData name="Komal Aggarwal" userId="a4b43c8d5850e969" providerId="LiveId" clId="{4F39F409-9336-4E24-9431-F37F90EA911B}" dt="2026-07-04T09:00:55.955" v="65" actId="255"/>
        <pc:sldMkLst>
          <pc:docMk/>
          <pc:sldMk cId="328526394" sldId="281"/>
        </pc:sldMkLst>
        <pc:spChg chg="mod">
          <ac:chgData name="Komal Aggarwal" userId="a4b43c8d5850e969" providerId="LiveId" clId="{4F39F409-9336-4E24-9431-F37F90EA911B}" dt="2026-07-04T09:00:55.955" v="65" actId="255"/>
          <ac:spMkLst>
            <pc:docMk/>
            <pc:sldMk cId="328526394" sldId="281"/>
            <ac:spMk id="135" creationId="{2A145802-2DD3-EEBA-7D44-210C05B98C91}"/>
          </ac:spMkLst>
        </pc:spChg>
      </pc:sldChg>
      <pc:sldChg chg="modSp mod">
        <pc:chgData name="Komal Aggarwal" userId="a4b43c8d5850e969" providerId="LiveId" clId="{4F39F409-9336-4E24-9431-F37F90EA911B}" dt="2026-07-04T09:00:18.841" v="54" actId="14100"/>
        <pc:sldMkLst>
          <pc:docMk/>
          <pc:sldMk cId="2952584201" sldId="282"/>
        </pc:sldMkLst>
        <pc:spChg chg="mod">
          <ac:chgData name="Komal Aggarwal" userId="a4b43c8d5850e969" providerId="LiveId" clId="{4F39F409-9336-4E24-9431-F37F90EA911B}" dt="2026-07-04T09:00:18.841" v="54" actId="14100"/>
          <ac:spMkLst>
            <pc:docMk/>
            <pc:sldMk cId="2952584201" sldId="282"/>
            <ac:spMk id="2" creationId="{C6F6745E-14BA-0766-CE1E-32E29663832D}"/>
          </ac:spMkLst>
        </pc:spChg>
        <pc:spChg chg="mod">
          <ac:chgData name="Komal Aggarwal" userId="a4b43c8d5850e969" providerId="LiveId" clId="{4F39F409-9336-4E24-9431-F37F90EA911B}" dt="2026-07-04T09:00:00.166" v="52" actId="1076"/>
          <ac:spMkLst>
            <pc:docMk/>
            <pc:sldMk cId="2952584201" sldId="282"/>
            <ac:spMk id="3" creationId="{3847FA31-EA47-D27A-9D69-AF50A3080AEC}"/>
          </ac:spMkLst>
        </pc:spChg>
      </pc:sldChg>
      <pc:sldChg chg="modSp mod">
        <pc:chgData name="Komal Aggarwal" userId="a4b43c8d5850e969" providerId="LiveId" clId="{4F39F409-9336-4E24-9431-F37F90EA911B}" dt="2026-07-04T09:00:37.411" v="58" actId="403"/>
        <pc:sldMkLst>
          <pc:docMk/>
          <pc:sldMk cId="2290294991" sldId="285"/>
        </pc:sldMkLst>
        <pc:spChg chg="mod">
          <ac:chgData name="Komal Aggarwal" userId="a4b43c8d5850e969" providerId="LiveId" clId="{4F39F409-9336-4E24-9431-F37F90EA911B}" dt="2026-07-03T17:07:21.279" v="38"/>
          <ac:spMkLst>
            <pc:docMk/>
            <pc:sldMk cId="2290294991" sldId="285"/>
            <ac:spMk id="2" creationId="{4A1BF701-ABCA-4DF0-8330-B6AF71EF8E39}"/>
          </ac:spMkLst>
        </pc:spChg>
        <pc:spChg chg="mod">
          <ac:chgData name="Komal Aggarwal" userId="a4b43c8d5850e969" providerId="LiveId" clId="{4F39F409-9336-4E24-9431-F37F90EA911B}" dt="2026-07-04T09:00:37.411" v="58" actId="403"/>
          <ac:spMkLst>
            <pc:docMk/>
            <pc:sldMk cId="2290294991" sldId="285"/>
            <ac:spMk id="3" creationId="{527F30CC-07EF-8FCC-DA00-C9212F5DAECE}"/>
          </ac:spMkLst>
        </pc:spChg>
      </pc:sldChg>
      <pc:sldChg chg="modSp mod">
        <pc:chgData name="Komal Aggarwal" userId="a4b43c8d5850e969" providerId="LiveId" clId="{4F39F409-9336-4E24-9431-F37F90EA911B}" dt="2026-07-04T09:02:50.444" v="81" actId="403"/>
        <pc:sldMkLst>
          <pc:docMk/>
          <pc:sldMk cId="917964102" sldId="286"/>
        </pc:sldMkLst>
        <pc:spChg chg="mod">
          <ac:chgData name="Komal Aggarwal" userId="a4b43c8d5850e969" providerId="LiveId" clId="{4F39F409-9336-4E24-9431-F37F90EA911B}" dt="2026-07-04T09:02:50.444" v="81" actId="403"/>
          <ac:spMkLst>
            <pc:docMk/>
            <pc:sldMk cId="917964102" sldId="286"/>
            <ac:spMk id="2" creationId="{6FA184BA-BCF2-3D7B-30D0-0F3CF30C161B}"/>
          </ac:spMkLst>
        </pc:spChg>
        <pc:spChg chg="mod">
          <ac:chgData name="Komal Aggarwal" userId="a4b43c8d5850e969" providerId="LiveId" clId="{4F39F409-9336-4E24-9431-F37F90EA911B}" dt="2026-07-04T09:02:41.452" v="80" actId="20577"/>
          <ac:spMkLst>
            <pc:docMk/>
            <pc:sldMk cId="917964102" sldId="286"/>
            <ac:spMk id="3" creationId="{ED65F54F-855A-0DB6-09A6-3212C5F7405B}"/>
          </ac:spMkLst>
        </pc:spChg>
      </pc:sldChg>
      <pc:sldChg chg="addSp delSp modSp mod">
        <pc:chgData name="Komal Aggarwal" userId="a4b43c8d5850e969" providerId="LiveId" clId="{4F39F409-9336-4E24-9431-F37F90EA911B}" dt="2026-07-03T16:40:41.103" v="3" actId="478"/>
        <pc:sldMkLst>
          <pc:docMk/>
          <pc:sldMk cId="1229047658" sldId="288"/>
        </pc:sldMkLst>
        <pc:spChg chg="del">
          <ac:chgData name="Komal Aggarwal" userId="a4b43c8d5850e969" providerId="LiveId" clId="{4F39F409-9336-4E24-9431-F37F90EA911B}" dt="2026-07-03T16:40:41.103" v="3" actId="478"/>
          <ac:spMkLst>
            <pc:docMk/>
            <pc:sldMk cId="1229047658" sldId="288"/>
            <ac:spMk id="3" creationId="{4837D5EE-379B-FDC5-0854-8AC81D31FADF}"/>
          </ac:spMkLst>
        </pc:spChg>
        <pc:picChg chg="del">
          <ac:chgData name="Komal Aggarwal" userId="a4b43c8d5850e969" providerId="LiveId" clId="{4F39F409-9336-4E24-9431-F37F90EA911B}" dt="2026-07-03T16:40:36.374" v="0" actId="478"/>
          <ac:picMkLst>
            <pc:docMk/>
            <pc:sldMk cId="1229047658" sldId="288"/>
            <ac:picMk id="4" creationId="{AD88C341-1F2F-9B6F-593F-2917E7E23DCB}"/>
          </ac:picMkLst>
        </pc:picChg>
        <pc:picChg chg="add mod">
          <ac:chgData name="Komal Aggarwal" userId="a4b43c8d5850e969" providerId="LiveId" clId="{4F39F409-9336-4E24-9431-F37F90EA911B}" dt="2026-07-03T16:40:38.847" v="2" actId="1076"/>
          <ac:picMkLst>
            <pc:docMk/>
            <pc:sldMk cId="1229047658" sldId="288"/>
            <ac:picMk id="5" creationId="{EFBA9E84-3FF7-6F74-996D-5B8C9E6C5A78}"/>
          </ac:picMkLst>
        </pc:picChg>
      </pc:sldChg>
      <pc:sldChg chg="addSp delSp modSp mod">
        <pc:chgData name="Komal Aggarwal" userId="a4b43c8d5850e969" providerId="LiveId" clId="{4F39F409-9336-4E24-9431-F37F90EA911B}" dt="2026-07-03T16:41:17.987" v="7" actId="478"/>
        <pc:sldMkLst>
          <pc:docMk/>
          <pc:sldMk cId="2506610743" sldId="289"/>
        </pc:sldMkLst>
        <pc:spChg chg="del">
          <ac:chgData name="Komal Aggarwal" userId="a4b43c8d5850e969" providerId="LiveId" clId="{4F39F409-9336-4E24-9431-F37F90EA911B}" dt="2026-07-03T16:41:17.987" v="7" actId="478"/>
          <ac:spMkLst>
            <pc:docMk/>
            <pc:sldMk cId="2506610743" sldId="289"/>
            <ac:spMk id="6" creationId="{C0D36B1A-26C2-CD55-1032-4CB5E4EDF305}"/>
          </ac:spMkLst>
        </pc:spChg>
        <pc:picChg chg="add mod">
          <ac:chgData name="Komal Aggarwal" userId="a4b43c8d5850e969" providerId="LiveId" clId="{4F39F409-9336-4E24-9431-F37F90EA911B}" dt="2026-07-03T16:41:15.350" v="6" actId="1076"/>
          <ac:picMkLst>
            <pc:docMk/>
            <pc:sldMk cId="2506610743" sldId="289"/>
            <ac:picMk id="3" creationId="{9B339A6D-9925-732E-CC71-8A4EADB5E5CE}"/>
          </ac:picMkLst>
        </pc:picChg>
        <pc:picChg chg="del">
          <ac:chgData name="Komal Aggarwal" userId="a4b43c8d5850e969" providerId="LiveId" clId="{4F39F409-9336-4E24-9431-F37F90EA911B}" dt="2026-07-03T16:41:12.343" v="4" actId="478"/>
          <ac:picMkLst>
            <pc:docMk/>
            <pc:sldMk cId="2506610743" sldId="289"/>
            <ac:picMk id="4" creationId="{099C3698-991D-7A38-C456-893C84C23FC9}"/>
          </ac:picMkLst>
        </pc:picChg>
      </pc:sldChg>
      <pc:sldChg chg="addSp delSp modSp new mod">
        <pc:chgData name="Komal Aggarwal" userId="a4b43c8d5850e969" providerId="LiveId" clId="{4F39F409-9336-4E24-9431-F37F90EA911B}" dt="2026-07-04T09:06:07.833" v="129" actId="1076"/>
        <pc:sldMkLst>
          <pc:docMk/>
          <pc:sldMk cId="3729554252" sldId="290"/>
        </pc:sldMkLst>
        <pc:spChg chg="mod">
          <ac:chgData name="Komal Aggarwal" userId="a4b43c8d5850e969" providerId="LiveId" clId="{4F39F409-9336-4E24-9431-F37F90EA911B}" dt="2026-07-04T09:05:59.753" v="125" actId="14100"/>
          <ac:spMkLst>
            <pc:docMk/>
            <pc:sldMk cId="3729554252" sldId="290"/>
            <ac:spMk id="2" creationId="{D90194B2-6C40-546F-25EB-AA6E5599EEA7}"/>
          </ac:spMkLst>
        </pc:spChg>
        <pc:spChg chg="del mod">
          <ac:chgData name="Komal Aggarwal" userId="a4b43c8d5850e969" providerId="LiveId" clId="{4F39F409-9336-4E24-9431-F37F90EA911B}" dt="2026-07-04T09:06:03.380" v="127" actId="478"/>
          <ac:spMkLst>
            <pc:docMk/>
            <pc:sldMk cId="3729554252" sldId="290"/>
            <ac:spMk id="3" creationId="{B3BE8A9A-5434-AB45-60B5-C0F1FB68CDFB}"/>
          </ac:spMkLst>
        </pc:spChg>
        <pc:picChg chg="add mod">
          <ac:chgData name="Komal Aggarwal" userId="a4b43c8d5850e969" providerId="LiveId" clId="{4F39F409-9336-4E24-9431-F37F90EA911B}" dt="2026-07-04T09:06:07.833" v="129" actId="1076"/>
          <ac:picMkLst>
            <pc:docMk/>
            <pc:sldMk cId="3729554252" sldId="290"/>
            <ac:picMk id="5" creationId="{9DE2B793-D458-ECD8-8E72-CF6630078C5B}"/>
          </ac:picMkLst>
        </pc:picChg>
      </pc:sldChg>
      <pc:sldChg chg="addSp delSp modSp add mod">
        <pc:chgData name="Komal Aggarwal" userId="a4b43c8d5850e969" providerId="LiveId" clId="{4F39F409-9336-4E24-9431-F37F90EA911B}" dt="2026-07-04T09:08:56.348" v="146" actId="1076"/>
        <pc:sldMkLst>
          <pc:docMk/>
          <pc:sldMk cId="1120412864" sldId="291"/>
        </pc:sldMkLst>
        <pc:picChg chg="add mod">
          <ac:chgData name="Komal Aggarwal" userId="a4b43c8d5850e969" providerId="LiveId" clId="{4F39F409-9336-4E24-9431-F37F90EA911B}" dt="2026-07-04T09:08:56.348" v="146" actId="1076"/>
          <ac:picMkLst>
            <pc:docMk/>
            <pc:sldMk cId="1120412864" sldId="291"/>
            <ac:picMk id="4" creationId="{B4DAE15F-9EB7-E83C-2537-7B6C7D3C3836}"/>
          </ac:picMkLst>
        </pc:picChg>
        <pc:picChg chg="del">
          <ac:chgData name="Komal Aggarwal" userId="a4b43c8d5850e969" providerId="LiveId" clId="{4F39F409-9336-4E24-9431-F37F90EA911B}" dt="2026-07-04T09:08:53.605" v="144" actId="478"/>
          <ac:picMkLst>
            <pc:docMk/>
            <pc:sldMk cId="1120412864" sldId="291"/>
            <ac:picMk id="5" creationId="{6A3B4482-B73D-7007-989E-B4360D6BB269}"/>
          </ac:picMkLst>
        </pc:picChg>
      </pc:sldChg>
      <pc:sldChg chg="addSp delSp modSp add mod">
        <pc:chgData name="Komal Aggarwal" userId="a4b43c8d5850e969" providerId="LiveId" clId="{4F39F409-9336-4E24-9431-F37F90EA911B}" dt="2026-07-04T09:08:07.909" v="143" actId="1076"/>
        <pc:sldMkLst>
          <pc:docMk/>
          <pc:sldMk cId="733232895" sldId="292"/>
        </pc:sldMkLst>
        <pc:picChg chg="add mod">
          <ac:chgData name="Komal Aggarwal" userId="a4b43c8d5850e969" providerId="LiveId" clId="{4F39F409-9336-4E24-9431-F37F90EA911B}" dt="2026-07-04T09:08:07.909" v="143" actId="1076"/>
          <ac:picMkLst>
            <pc:docMk/>
            <pc:sldMk cId="733232895" sldId="292"/>
            <ac:picMk id="4" creationId="{A4CC7492-FE9A-8131-AE03-369D8D2F0E34}"/>
          </ac:picMkLst>
        </pc:picChg>
        <pc:picChg chg="del">
          <ac:chgData name="Komal Aggarwal" userId="a4b43c8d5850e969" providerId="LiveId" clId="{4F39F409-9336-4E24-9431-F37F90EA911B}" dt="2026-07-04T09:08:04.329" v="141" actId="478"/>
          <ac:picMkLst>
            <pc:docMk/>
            <pc:sldMk cId="733232895" sldId="292"/>
            <ac:picMk id="5" creationId="{A0EB9910-0B6F-F8A5-562E-0A87E548F547}"/>
          </ac:picMkLst>
        </pc:picChg>
      </pc:sldChg>
      <pc:sldChg chg="addSp delSp modSp add mod ord">
        <pc:chgData name="Komal Aggarwal" userId="a4b43c8d5850e969" providerId="LiveId" clId="{4F39F409-9336-4E24-9431-F37F90EA911B}" dt="2026-07-04T09:10:54.750" v="157" actId="1076"/>
        <pc:sldMkLst>
          <pc:docMk/>
          <pc:sldMk cId="2721383205" sldId="293"/>
        </pc:sldMkLst>
        <pc:picChg chg="add del mod">
          <ac:chgData name="Komal Aggarwal" userId="a4b43c8d5850e969" providerId="LiveId" clId="{4F39F409-9336-4E24-9431-F37F90EA911B}" dt="2026-07-04T09:10:52.464" v="155" actId="478"/>
          <ac:picMkLst>
            <pc:docMk/>
            <pc:sldMk cId="2721383205" sldId="293"/>
            <ac:picMk id="4" creationId="{723D9839-2D2E-D09B-F2AC-16C130792861}"/>
          </ac:picMkLst>
        </pc:picChg>
        <pc:picChg chg="del">
          <ac:chgData name="Komal Aggarwal" userId="a4b43c8d5850e969" providerId="LiveId" clId="{4F39F409-9336-4E24-9431-F37F90EA911B}" dt="2026-07-04T09:07:09.218" v="138" actId="478"/>
          <ac:picMkLst>
            <pc:docMk/>
            <pc:sldMk cId="2721383205" sldId="293"/>
            <ac:picMk id="5" creationId="{E285D43F-CB10-D76E-D95C-D7320227C004}"/>
          </ac:picMkLst>
        </pc:picChg>
        <pc:picChg chg="add mod">
          <ac:chgData name="Komal Aggarwal" userId="a4b43c8d5850e969" providerId="LiveId" clId="{4F39F409-9336-4E24-9431-F37F90EA911B}" dt="2026-07-04T09:10:54.750" v="157" actId="1076"/>
          <ac:picMkLst>
            <pc:docMk/>
            <pc:sldMk cId="2721383205" sldId="293"/>
            <ac:picMk id="7" creationId="{56864592-F741-D3B4-69F3-F4EBF6CF98FD}"/>
          </ac:picMkLst>
        </pc:picChg>
      </pc:sldChg>
      <pc:sldChg chg="addSp delSp modSp add mod">
        <pc:chgData name="Komal Aggarwal" userId="a4b43c8d5850e969" providerId="LiveId" clId="{4F39F409-9336-4E24-9431-F37F90EA911B}" dt="2026-07-04T09:11:52.831" v="164" actId="1076"/>
        <pc:sldMkLst>
          <pc:docMk/>
          <pc:sldMk cId="4254424617" sldId="294"/>
        </pc:sldMkLst>
        <pc:picChg chg="add del mod">
          <ac:chgData name="Komal Aggarwal" userId="a4b43c8d5850e969" providerId="LiveId" clId="{4F39F409-9336-4E24-9431-F37F90EA911B}" dt="2026-07-04T09:11:50.374" v="162" actId="478"/>
          <ac:picMkLst>
            <pc:docMk/>
            <pc:sldMk cId="4254424617" sldId="294"/>
            <ac:picMk id="4" creationId="{605321FE-AB9E-5723-2568-0381CA150AA6}"/>
          </ac:picMkLst>
        </pc:picChg>
        <pc:picChg chg="del">
          <ac:chgData name="Komal Aggarwal" userId="a4b43c8d5850e969" providerId="LiveId" clId="{4F39F409-9336-4E24-9431-F37F90EA911B}" dt="2026-07-04T09:06:38.543" v="136" actId="478"/>
          <ac:picMkLst>
            <pc:docMk/>
            <pc:sldMk cId="4254424617" sldId="294"/>
            <ac:picMk id="5" creationId="{9D30A6EE-D6EE-C6C0-EEF5-8CF04BECB9EF}"/>
          </ac:picMkLst>
        </pc:picChg>
        <pc:picChg chg="add mod">
          <ac:chgData name="Komal Aggarwal" userId="a4b43c8d5850e969" providerId="LiveId" clId="{4F39F409-9336-4E24-9431-F37F90EA911B}" dt="2026-07-04T09:11:52.831" v="164" actId="1076"/>
          <ac:picMkLst>
            <pc:docMk/>
            <pc:sldMk cId="4254424617" sldId="294"/>
            <ac:picMk id="7" creationId="{2EC52617-B237-1BF3-836D-D21B3F5769CE}"/>
          </ac:picMkLst>
        </pc:picChg>
      </pc:sldChg>
      <pc:sldChg chg="addSp delSp modSp add mod">
        <pc:chgData name="Komal Aggarwal" userId="a4b43c8d5850e969" providerId="LiveId" clId="{4F39F409-9336-4E24-9431-F37F90EA911B}" dt="2026-07-04T09:10:16.651" v="152" actId="1076"/>
        <pc:sldMkLst>
          <pc:docMk/>
          <pc:sldMk cId="1695489108" sldId="295"/>
        </pc:sldMkLst>
        <pc:picChg chg="del">
          <ac:chgData name="Komal Aggarwal" userId="a4b43c8d5850e969" providerId="LiveId" clId="{4F39F409-9336-4E24-9431-F37F90EA911B}" dt="2026-07-04T09:09:50.578" v="148" actId="478"/>
          <ac:picMkLst>
            <pc:docMk/>
            <pc:sldMk cId="1695489108" sldId="295"/>
            <ac:picMk id="4" creationId="{9EB3BF6C-1E19-FED7-30E2-CF0229A0AA3A}"/>
          </ac:picMkLst>
        </pc:picChg>
        <pc:picChg chg="add mod">
          <ac:chgData name="Komal Aggarwal" userId="a4b43c8d5850e969" providerId="LiveId" clId="{4F39F409-9336-4E24-9431-F37F90EA911B}" dt="2026-07-04T09:09:55.664" v="150" actId="1076"/>
          <ac:picMkLst>
            <pc:docMk/>
            <pc:sldMk cId="1695489108" sldId="295"/>
            <ac:picMk id="5" creationId="{BC3E30FD-1FE2-0827-602D-2CBF5214BFFE}"/>
          </ac:picMkLst>
        </pc:picChg>
        <pc:picChg chg="add mod">
          <ac:chgData name="Komal Aggarwal" userId="a4b43c8d5850e969" providerId="LiveId" clId="{4F39F409-9336-4E24-9431-F37F90EA911B}" dt="2026-07-04T09:10:16.651" v="152" actId="1076"/>
          <ac:picMkLst>
            <pc:docMk/>
            <pc:sldMk cId="1695489108" sldId="295"/>
            <ac:picMk id="7" creationId="{8AE5D4D4-CD57-D7FB-4ADB-A0DC1D14A9F0}"/>
          </ac:picMkLst>
        </pc:picChg>
      </pc:sldChg>
      <pc:sldChg chg="addSp delSp modSp add mod">
        <pc:chgData name="Komal Aggarwal" userId="a4b43c8d5850e969" providerId="LiveId" clId="{4F39F409-9336-4E24-9431-F37F90EA911B}" dt="2026-07-04T09:11:26.419" v="161" actId="1076"/>
        <pc:sldMkLst>
          <pc:docMk/>
          <pc:sldMk cId="3543538326" sldId="296"/>
        </pc:sldMkLst>
        <pc:picChg chg="del">
          <ac:chgData name="Komal Aggarwal" userId="a4b43c8d5850e969" providerId="LiveId" clId="{4F39F409-9336-4E24-9431-F37F90EA911B}" dt="2026-07-04T09:11:23.377" v="159" actId="478"/>
          <ac:picMkLst>
            <pc:docMk/>
            <pc:sldMk cId="3543538326" sldId="296"/>
            <ac:picMk id="4" creationId="{02651B3E-D477-BFF8-5A67-E4B2EE178AEB}"/>
          </ac:picMkLst>
        </pc:picChg>
        <pc:picChg chg="add mod">
          <ac:chgData name="Komal Aggarwal" userId="a4b43c8d5850e969" providerId="LiveId" clId="{4F39F409-9336-4E24-9431-F37F90EA911B}" dt="2026-07-04T09:11:26.419" v="161" actId="1076"/>
          <ac:picMkLst>
            <pc:docMk/>
            <pc:sldMk cId="3543538326" sldId="296"/>
            <ac:picMk id="5" creationId="{80321226-6E01-3140-34C0-6E0FF63439A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0143696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338586">
                  <a:extLst>
                    <a:ext uri="{9D8B030D-6E8A-4147-A177-3AD203B41FA5}">
                      <a16:colId xmlns:a16="http://schemas.microsoft.com/office/drawing/2014/main" val="20002"/>
                    </a:ext>
                  </a:extLst>
                </a:gridCol>
                <a:gridCol w="2615380">
                  <a:extLst>
                    <a:ext uri="{9D8B030D-6E8A-4147-A177-3AD203B41FA5}">
                      <a16:colId xmlns:a16="http://schemas.microsoft.com/office/drawing/2014/main" val="20003"/>
                    </a:ext>
                  </a:extLst>
                </a:gridCol>
                <a:gridCol w="2376156">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Himanshu Aggarwal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himanshuagg318@gmail.com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9289483221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b="1" dirty="0">
                <a:highlight>
                  <a:srgbClr val="FFFF00"/>
                </a:highlight>
              </a:rPr>
              <a:t>Smart Study Generator Agent</a:t>
            </a:r>
          </a:p>
        </p:txBody>
      </p:sp>
      <p:pic>
        <p:nvPicPr>
          <p:cNvPr id="6" name="Picture 5">
            <a:extLst>
              <a:ext uri="{FF2B5EF4-FFF2-40B4-BE49-F238E27FC236}">
                <a16:creationId xmlns:a16="http://schemas.microsoft.com/office/drawing/2014/main" id="{5EBB4670-9A5E-1C2C-3B32-0D880AB35030}"/>
              </a:ext>
            </a:extLst>
          </p:cNvPr>
          <p:cNvPicPr>
            <a:picLocks noChangeAspect="1"/>
          </p:cNvPicPr>
          <p:nvPr/>
        </p:nvPicPr>
        <p:blipFill>
          <a:blip r:embed="rId3"/>
          <a:srcRect t="14107" b="7054"/>
          <a:stretch>
            <a:fillRect/>
          </a:stretch>
        </p:blipFill>
        <p:spPr>
          <a:xfrm>
            <a:off x="4026752" y="3699064"/>
            <a:ext cx="825247" cy="9255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664308"/>
            <a:ext cx="11507773" cy="6463308"/>
          </a:xfrm>
          <a:prstGeom prst="rect">
            <a:avLst/>
          </a:prstGeom>
          <a:noFill/>
        </p:spPr>
        <p:txBody>
          <a:bodyPr wrap="square" rtlCol="0">
            <a:spAutoFit/>
          </a:bodyPr>
          <a:lstStyle/>
          <a:p>
            <a:pPr fontAlgn="base"/>
            <a:r>
              <a:rPr lang="en-US" sz="2000" b="1" dirty="0"/>
              <a:t>Problem Statement : </a:t>
            </a:r>
            <a:r>
              <a:rPr lang="en-IN" sz="2000" b="1" dirty="0"/>
              <a:t>Smart Study Generator Agent</a:t>
            </a:r>
            <a:endParaRPr lang="en-US" sz="2000" dirty="0"/>
          </a:p>
          <a:p>
            <a:r>
              <a:rPr lang="en-IN" sz="2000" b="1" dirty="0"/>
              <a:t>The Challenge</a:t>
            </a:r>
            <a:endParaRPr lang="en-IN" sz="2000" dirty="0"/>
          </a:p>
          <a:p>
            <a:pPr algn="just"/>
            <a:r>
              <a:rPr lang="en-IN" sz="2000"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pPr algn="just"/>
            <a:r>
              <a:rPr lang="en-IN" sz="2000" b="1" dirty="0"/>
              <a:t>The Objective</a:t>
            </a:r>
            <a:endParaRPr lang="en-IN" sz="2000" dirty="0"/>
          </a:p>
          <a:p>
            <a:pPr algn="just"/>
            <a:r>
              <a:rPr lang="en-IN" sz="2000" dirty="0"/>
              <a:t>Build an agentic AI-powered Smart Study Generator that personalizes and streamlines learning for students. The solution should:</a:t>
            </a:r>
          </a:p>
          <a:p>
            <a:pPr lvl="0" algn="just"/>
            <a:r>
              <a:rPr lang="en-IN" sz="2000" b="1" dirty="0"/>
              <a:t>Fuse Learning Resources: </a:t>
            </a:r>
            <a:r>
              <a:rPr lang="en-IN" sz="2000" dirty="0"/>
              <a:t>Aggregate content from class notes, textbooks, research articles, and online tutorials into structured, easy-to-digest study material.</a:t>
            </a:r>
          </a:p>
          <a:p>
            <a:pPr lvl="0" algn="just"/>
            <a:r>
              <a:rPr lang="en-IN" sz="2000" b="1" dirty="0"/>
              <a:t>Enable Multimodal Input:</a:t>
            </a:r>
            <a:r>
              <a:rPr lang="en-IN" sz="2000" dirty="0"/>
              <a:t> Allow students to upload notes, voice queries, or images (e.g., textbook pages), and generate concise summaries, flashcards, or concept maps.</a:t>
            </a:r>
          </a:p>
          <a:p>
            <a:pPr lvl="0" algn="just"/>
            <a:r>
              <a:rPr lang="en-IN" sz="2000" b="1" dirty="0"/>
              <a:t>Create a Predictive &amp; Agentic Layer:</a:t>
            </a:r>
            <a:r>
              <a:rPr lang="en-IN" sz="2000" dirty="0"/>
              <a:t> Recommend personalized study plans, highlight important topics based on syllabus or past exams, and provide predictive alerts (e.g., “Focus on Topic X—frequently asked in exams”).</a:t>
            </a:r>
          </a:p>
          <a:p>
            <a:pPr lvl="0" algn="just"/>
            <a:r>
              <a:rPr lang="en-IN" sz="2000" b="1" dirty="0"/>
              <a:t>Visualize Study Progress:</a:t>
            </a:r>
            <a:r>
              <a:rPr lang="en-IN" sz="2000" dirty="0"/>
              <a:t> Offer a real-time dashboard showing learning milestones, weak areas, practice quizzes, and performance forecasts.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0264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55468" y="1168656"/>
            <a:ext cx="10607040" cy="5355312"/>
          </a:xfrm>
          <a:prstGeom prst="rect">
            <a:avLst/>
          </a:prstGeom>
          <a:noFill/>
        </p:spPr>
        <p:txBody>
          <a:bodyPr wrap="square" rtlCol="0">
            <a:spAutoFit/>
          </a:bodyPr>
          <a:lstStyle/>
          <a:p>
            <a:pPr fontAlgn="base"/>
            <a:endParaRPr lang="en-US" b="1" dirty="0"/>
          </a:p>
          <a:p>
            <a:r>
              <a:rPr lang="en-IN" sz="2000" b="1" dirty="0"/>
              <a:t>Proposed Solution -</a:t>
            </a:r>
            <a:r>
              <a:rPr lang="en-IN" sz="2000" b="1" dirty="0">
                <a:highlight>
                  <a:srgbClr val="FFFF00"/>
                </a:highlight>
              </a:rPr>
              <a:t> Smart Study Generator Agent</a:t>
            </a:r>
            <a:endParaRPr lang="en-IN" sz="2000" b="1" dirty="0"/>
          </a:p>
          <a:p>
            <a:r>
              <a:rPr lang="en-IN" sz="2000" b="1" dirty="0" err="1"/>
              <a:t>StudyGen</a:t>
            </a:r>
            <a:r>
              <a:rPr lang="en-IN" sz="2000" b="1" dirty="0"/>
              <a:t> AI – Agentic Smart Study Assistant</a:t>
            </a:r>
          </a:p>
          <a:p>
            <a:r>
              <a:rPr lang="en-IN" sz="2000" dirty="0" err="1"/>
              <a:t>StudyGen</a:t>
            </a:r>
            <a:r>
              <a:rPr lang="en-IN" sz="2000" dirty="0"/>
              <a:t> AI is an AI-powered educational assistant built using IBM Granite Models and watsonx.ai.</a:t>
            </a:r>
          </a:p>
          <a:p>
            <a:r>
              <a:rPr lang="en-IN" sz="2000" dirty="0"/>
              <a:t>The system uses multiple specialized AI agents to process study materials, retrieve knowledge, generate summaries, create quizzes, answer doubts, and build personalized study plans.</a:t>
            </a:r>
          </a:p>
          <a:p>
            <a:r>
              <a:rPr lang="en-IN" sz="2000" b="1" dirty="0"/>
              <a:t>Key Features:</a:t>
            </a:r>
          </a:p>
          <a:p>
            <a:r>
              <a:rPr lang="en-IN" sz="2000" dirty="0"/>
              <a:t>PDF &amp; Notes Upload </a:t>
            </a:r>
          </a:p>
          <a:p>
            <a:r>
              <a:rPr lang="en-IN" sz="2000" dirty="0"/>
              <a:t>RAG-Based Question Answering </a:t>
            </a:r>
          </a:p>
          <a:p>
            <a:r>
              <a:rPr lang="en-IN" sz="2000" dirty="0"/>
              <a:t>Smart Summaries </a:t>
            </a:r>
          </a:p>
          <a:p>
            <a:r>
              <a:rPr lang="en-IN" sz="2000" dirty="0"/>
              <a:t>Quiz &amp; Flashcard Generation </a:t>
            </a:r>
          </a:p>
          <a:p>
            <a:r>
              <a:rPr lang="en-IN" sz="2000" dirty="0"/>
              <a:t>Personalized Study Planner </a:t>
            </a:r>
          </a:p>
          <a:p>
            <a:r>
              <a:rPr lang="en-IN" sz="2000" dirty="0"/>
              <a:t>Interactive Learning Dashboard </a:t>
            </a:r>
          </a:p>
          <a:p>
            <a:r>
              <a:rPr lang="en-IN" sz="2000" dirty="0"/>
              <a:t>The solution helps students learn faster, revise efficiently, and improve academic performance.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455468" y="583881"/>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631763"/>
          </a:xfrm>
          <a:prstGeom prst="rect">
            <a:avLst/>
          </a:prstGeom>
          <a:noFill/>
        </p:spPr>
        <p:txBody>
          <a:bodyPr wrap="square" rtlCol="0">
            <a:spAutoFit/>
          </a:bodyPr>
          <a:lstStyle/>
          <a:p>
            <a:r>
              <a:rPr lang="en-IN" sz="2400" b="1" dirty="0"/>
              <a:t>Core Technologies</a:t>
            </a:r>
          </a:p>
          <a:p>
            <a:pPr marL="342900" indent="-342900">
              <a:buFont typeface="Arial" panose="020B0604020202020204" pitchFamily="34" charset="0"/>
              <a:buChar char="•"/>
            </a:pPr>
            <a:r>
              <a:rPr lang="en-IN" sz="2000" dirty="0"/>
              <a:t>IBM BOB </a:t>
            </a:r>
          </a:p>
          <a:p>
            <a:pPr marL="342900" indent="-342900">
              <a:buFont typeface="Arial" panose="020B0604020202020204" pitchFamily="34" charset="0"/>
              <a:buChar char="•"/>
            </a:pPr>
            <a:r>
              <a:rPr lang="en-IN" sz="2000" dirty="0"/>
              <a:t>IBM watsonx.ai </a:t>
            </a:r>
          </a:p>
          <a:p>
            <a:pPr marL="342900" indent="-342900">
              <a:buFont typeface="Arial" panose="020B0604020202020204" pitchFamily="34" charset="0"/>
              <a:buChar char="•"/>
            </a:pPr>
            <a:r>
              <a:rPr lang="en-IN" sz="2000" dirty="0"/>
              <a:t>IBM Granite 4.0 Instruct </a:t>
            </a:r>
          </a:p>
          <a:p>
            <a:pPr marL="342900" indent="-342900">
              <a:buFont typeface="Arial" panose="020B0604020202020204" pitchFamily="34" charset="0"/>
              <a:buChar char="•"/>
            </a:pPr>
            <a:r>
              <a:rPr lang="en-IN" sz="2000" dirty="0"/>
              <a:t>Python Flask </a:t>
            </a:r>
          </a:p>
          <a:p>
            <a:pPr marL="342900" indent="-342900">
              <a:buFont typeface="Arial" panose="020B0604020202020204" pitchFamily="34" charset="0"/>
              <a:buChar char="•"/>
            </a:pPr>
            <a:r>
              <a:rPr lang="en-IN" sz="2000" dirty="0"/>
              <a:t>FAISS Vector Database </a:t>
            </a:r>
          </a:p>
          <a:p>
            <a:pPr marL="342900" indent="-342900">
              <a:buFont typeface="Arial" panose="020B0604020202020204" pitchFamily="34" charset="0"/>
              <a:buChar char="•"/>
            </a:pPr>
            <a:r>
              <a:rPr lang="en-IN" sz="2000" dirty="0"/>
              <a:t>Retrieval-Augmented Generation (RAG) </a:t>
            </a:r>
          </a:p>
          <a:p>
            <a:pPr marL="342900" indent="-342900">
              <a:buFont typeface="Arial" panose="020B0604020202020204" pitchFamily="34" charset="0"/>
              <a:buChar char="•"/>
            </a:pPr>
            <a:r>
              <a:rPr lang="en-IN" sz="2000" dirty="0"/>
              <a:t>Bootstrap 5 </a:t>
            </a:r>
          </a:p>
          <a:p>
            <a:pPr marL="342900" indent="-342900">
              <a:buFont typeface="Arial" panose="020B0604020202020204" pitchFamily="34" charset="0"/>
              <a:buChar char="•"/>
            </a:pPr>
            <a:r>
              <a:rPr lang="en-IN" sz="2000" dirty="0"/>
              <a:t>HTML, CSS, JavaScript</a:t>
            </a:r>
            <a:endParaRPr lang="en-US" sz="20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err="1">
                <a:sym typeface="Times New Roman"/>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789454" y="981174"/>
            <a:ext cx="8823960" cy="6340197"/>
          </a:xfrm>
          <a:prstGeom prst="rect">
            <a:avLst/>
          </a:prstGeom>
          <a:noFill/>
        </p:spPr>
        <p:txBody>
          <a:bodyPr wrap="square" rtlCol="0">
            <a:spAutoFit/>
          </a:bodyPr>
          <a:lstStyle/>
          <a:p>
            <a:endParaRPr lang="en-US" dirty="0"/>
          </a:p>
          <a:p>
            <a:pPr marL="457200" indent="-457200">
              <a:buFont typeface="+mj-lt"/>
              <a:buAutoNum type="arabicPeriod"/>
            </a:pPr>
            <a:r>
              <a:rPr lang="en-IN" sz="2000" dirty="0"/>
              <a:t>Chat Input-</a:t>
            </a:r>
            <a:br>
              <a:rPr lang="en-IN" sz="2000" dirty="0"/>
            </a:br>
            <a:r>
              <a:rPr lang="en-IN" sz="2000" dirty="0"/>
              <a:t>	Student queries and commands </a:t>
            </a:r>
          </a:p>
          <a:p>
            <a:pPr marL="457200" indent="-457200">
              <a:buFont typeface="+mj-lt"/>
              <a:buAutoNum type="arabicPeriod"/>
            </a:pPr>
            <a:r>
              <a:rPr lang="en-IN" sz="2000" dirty="0"/>
              <a:t>File Upload –</a:t>
            </a:r>
            <a:br>
              <a:rPr lang="en-IN" sz="2000" dirty="0"/>
            </a:br>
            <a:r>
              <a:rPr lang="en-IN" sz="2000" dirty="0"/>
              <a:t>	Component Upload PDFs and notes </a:t>
            </a:r>
          </a:p>
          <a:p>
            <a:pPr marL="457200" indent="-457200">
              <a:buFont typeface="+mj-lt"/>
              <a:buAutoNum type="arabicPeriod"/>
            </a:pPr>
            <a:r>
              <a:rPr lang="en-IN" sz="2000" dirty="0"/>
              <a:t>Retriever Component –</a:t>
            </a:r>
            <a:br>
              <a:rPr lang="en-IN" sz="2000" dirty="0"/>
            </a:br>
            <a:r>
              <a:rPr lang="en-IN" sz="2000" dirty="0"/>
              <a:t>	Retrieves relevant content </a:t>
            </a:r>
          </a:p>
          <a:p>
            <a:pPr marL="457200" indent="-457200">
              <a:buFont typeface="+mj-lt"/>
              <a:buAutoNum type="arabicPeriod"/>
            </a:pPr>
            <a:r>
              <a:rPr lang="en-IN" sz="2000" dirty="0"/>
              <a:t>Vector Store (FAISS) –</a:t>
            </a:r>
            <a:br>
              <a:rPr lang="en-IN" sz="2000" dirty="0"/>
            </a:br>
            <a:r>
              <a:rPr lang="en-IN" sz="2000" dirty="0"/>
              <a:t>	Stores document embeddings </a:t>
            </a:r>
          </a:p>
          <a:p>
            <a:pPr marL="457200" indent="-457200">
              <a:buFont typeface="+mj-lt"/>
              <a:buAutoNum type="arabicPeriod"/>
            </a:pPr>
            <a:r>
              <a:rPr lang="en-IN" sz="2000" dirty="0"/>
              <a:t>IBM Granite Agent –</a:t>
            </a:r>
            <a:br>
              <a:rPr lang="en-IN" sz="2000" dirty="0"/>
            </a:br>
            <a:r>
              <a:rPr lang="en-IN" sz="2000" dirty="0"/>
              <a:t>	Generates intelligent responses </a:t>
            </a:r>
          </a:p>
          <a:p>
            <a:pPr marL="457200" indent="-457200">
              <a:buFont typeface="+mj-lt"/>
              <a:buAutoNum type="arabicPeriod"/>
            </a:pPr>
            <a:r>
              <a:rPr lang="en-IN" sz="2000" dirty="0"/>
              <a:t>Prompt Component –</a:t>
            </a:r>
            <a:br>
              <a:rPr lang="en-IN" sz="2000" dirty="0"/>
            </a:br>
            <a:r>
              <a:rPr lang="en-IN" sz="2000" dirty="0"/>
              <a:t>	Controls agent </a:t>
            </a:r>
            <a:r>
              <a:rPr lang="en-IN" sz="2000" dirty="0" err="1"/>
              <a:t>behavior</a:t>
            </a:r>
            <a:r>
              <a:rPr lang="en-IN" sz="2000" dirty="0"/>
              <a:t> </a:t>
            </a:r>
          </a:p>
          <a:p>
            <a:pPr marL="457200" indent="-457200">
              <a:buFont typeface="+mj-lt"/>
              <a:buAutoNum type="arabicPeriod"/>
            </a:pPr>
            <a:r>
              <a:rPr lang="en-IN" sz="2000" dirty="0"/>
              <a:t>Chat Output –</a:t>
            </a:r>
            <a:br>
              <a:rPr lang="en-IN" sz="2000" dirty="0"/>
            </a:br>
            <a:r>
              <a:rPr lang="en-IN" sz="2000" dirty="0"/>
              <a:t>	Displays results to users</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a:t>
            </a:r>
            <a:endParaRPr lang="en-US" sz="2800" dirty="0"/>
          </a:p>
        </p:txBody>
      </p:sp>
      <p:pic>
        <p:nvPicPr>
          <p:cNvPr id="5" name="Picture 4">
            <a:extLst>
              <a:ext uri="{FF2B5EF4-FFF2-40B4-BE49-F238E27FC236}">
                <a16:creationId xmlns:a16="http://schemas.microsoft.com/office/drawing/2014/main" id="{E5C9F86D-C0C2-B73F-2CFE-548C27EF99DA}"/>
              </a:ext>
            </a:extLst>
          </p:cNvPr>
          <p:cNvPicPr>
            <a:picLocks noChangeAspect="1"/>
          </p:cNvPicPr>
          <p:nvPr/>
        </p:nvPicPr>
        <p:blipFill>
          <a:blip r:embed="rId3"/>
          <a:stretch>
            <a:fillRect/>
          </a:stretch>
        </p:blipFill>
        <p:spPr>
          <a:xfrm>
            <a:off x="989302" y="771747"/>
            <a:ext cx="10519684" cy="50211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708981"/>
          </a:xfrm>
          <a:prstGeom prst="rect">
            <a:avLst/>
          </a:prstGeom>
          <a:noFill/>
        </p:spPr>
        <p:txBody>
          <a:bodyPr wrap="square" rtlCol="0">
            <a:spAutoFit/>
          </a:bodyPr>
          <a:lstStyle/>
          <a:p>
            <a:r>
              <a:rPr lang="en-US" sz="2000" b="1" dirty="0"/>
              <a:t>Role of Agentic AI in </a:t>
            </a:r>
            <a:r>
              <a:rPr lang="en-IN" sz="2000" b="1" dirty="0">
                <a:highlight>
                  <a:srgbClr val="FFFF00"/>
                </a:highlight>
              </a:rPr>
              <a:t>Smart Study Generator Agent </a:t>
            </a:r>
          </a:p>
          <a:p>
            <a:r>
              <a:rPr lang="en-IN" sz="2000" b="1" dirty="0"/>
              <a:t>Agentic AI </a:t>
            </a:r>
            <a:r>
              <a:rPr lang="en-IN" sz="2000" dirty="0"/>
              <a:t>enables </a:t>
            </a:r>
            <a:r>
              <a:rPr lang="en-IN" sz="2000" dirty="0" err="1"/>
              <a:t>StudyGen</a:t>
            </a:r>
            <a:r>
              <a:rPr lang="en-IN" sz="2000" dirty="0"/>
              <a:t> AI to operate as an intelligent educational assistant rather than a simple chatbot.</a:t>
            </a:r>
          </a:p>
          <a:p>
            <a:r>
              <a:rPr lang="en-IN" sz="2000" b="1" dirty="0"/>
              <a:t>The system uses multiple specialized agents that collaborate to perform different tasks:</a:t>
            </a:r>
          </a:p>
          <a:p>
            <a:r>
              <a:rPr lang="en-IN" sz="2000" dirty="0"/>
              <a:t>Document Processing Agent </a:t>
            </a:r>
          </a:p>
          <a:p>
            <a:r>
              <a:rPr lang="en-IN" sz="2000" dirty="0"/>
              <a:t>Knowledge Retrieval Agent </a:t>
            </a:r>
          </a:p>
          <a:p>
            <a:r>
              <a:rPr lang="en-IN" sz="2000" dirty="0"/>
              <a:t>Summarization Agent </a:t>
            </a:r>
          </a:p>
          <a:p>
            <a:r>
              <a:rPr lang="en-IN" sz="2000" dirty="0"/>
              <a:t>Quiz Generation Agent </a:t>
            </a:r>
          </a:p>
          <a:p>
            <a:r>
              <a:rPr lang="en-IN" sz="2000" dirty="0"/>
              <a:t>Study Planner Agent </a:t>
            </a:r>
          </a:p>
          <a:p>
            <a:r>
              <a:rPr lang="en-IN" sz="2000" dirty="0"/>
              <a:t>Doubt Solving Agent </a:t>
            </a:r>
          </a:p>
          <a:p>
            <a:r>
              <a:rPr lang="en-IN" sz="2000" dirty="0"/>
              <a:t>Each agent contributes to a specific learning objective while sharing contextual information with other agents.</a:t>
            </a:r>
          </a:p>
          <a:p>
            <a:r>
              <a:rPr lang="en-IN" sz="2000" dirty="0"/>
              <a:t>This collaborative approach enables personalized learning, adaptive study support, and intelligent academic guidance.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87560" y="1077286"/>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6,348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59D314C6-BADB-E486-7C40-E73D39E9A9D7}"/>
              </a:ext>
            </a:extLst>
          </p:cNvPr>
          <p:cNvPicPr>
            <a:picLocks noChangeAspect="1"/>
          </p:cNvPicPr>
          <p:nvPr/>
        </p:nvPicPr>
        <p:blipFill>
          <a:blip r:embed="rId3"/>
          <a:srcRect t="4981"/>
          <a:stretch>
            <a:fillRect/>
          </a:stretch>
        </p:blipFill>
        <p:spPr>
          <a:xfrm>
            <a:off x="527492" y="2451181"/>
            <a:ext cx="5346269" cy="2857500"/>
          </a:xfrm>
          <a:prstGeom prst="rect">
            <a:avLst/>
          </a:prstGeom>
        </p:spPr>
      </p:pic>
      <p:pic>
        <p:nvPicPr>
          <p:cNvPr id="10" name="Picture 9">
            <a:extLst>
              <a:ext uri="{FF2B5EF4-FFF2-40B4-BE49-F238E27FC236}">
                <a16:creationId xmlns:a16="http://schemas.microsoft.com/office/drawing/2014/main" id="{C30A076D-77D2-C915-91E5-B274B8AA0C14}"/>
              </a:ext>
            </a:extLst>
          </p:cNvPr>
          <p:cNvPicPr>
            <a:picLocks noChangeAspect="1"/>
          </p:cNvPicPr>
          <p:nvPr/>
        </p:nvPicPr>
        <p:blipFill>
          <a:blip r:embed="rId4"/>
          <a:stretch>
            <a:fillRect/>
          </a:stretch>
        </p:blipFill>
        <p:spPr>
          <a:xfrm>
            <a:off x="6318241" y="2451181"/>
            <a:ext cx="5346269" cy="284493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94B2-6C40-546F-25EB-AA6E5599EEA7}"/>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9DE2B793-D458-ECD8-8E72-CF6630078C5B}"/>
              </a:ext>
            </a:extLst>
          </p:cNvPr>
          <p:cNvPicPr>
            <a:picLocks noChangeAspect="1"/>
          </p:cNvPicPr>
          <p:nvPr/>
        </p:nvPicPr>
        <p:blipFill>
          <a:blip r:embed="rId2"/>
          <a:stretch>
            <a:fillRect/>
          </a:stretch>
        </p:blipFill>
        <p:spPr>
          <a:xfrm>
            <a:off x="1487129" y="973394"/>
            <a:ext cx="9554497" cy="5374405"/>
          </a:xfrm>
          <a:prstGeom prst="rect">
            <a:avLst/>
          </a:prstGeom>
        </p:spPr>
      </p:pic>
    </p:spTree>
    <p:extLst>
      <p:ext uri="{BB962C8B-B14F-4D97-AF65-F5344CB8AC3E}">
        <p14:creationId xmlns:p14="http://schemas.microsoft.com/office/powerpoint/2010/main" val="372955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786C-4DCF-D1F4-0C95-4ABBC157D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2D907-B56B-2FD9-A796-7409651209C3}"/>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7" name="Picture 6">
            <a:extLst>
              <a:ext uri="{FF2B5EF4-FFF2-40B4-BE49-F238E27FC236}">
                <a16:creationId xmlns:a16="http://schemas.microsoft.com/office/drawing/2014/main" id="{2EC52617-B237-1BF3-836D-D21B3F5769CE}"/>
              </a:ext>
            </a:extLst>
          </p:cNvPr>
          <p:cNvPicPr>
            <a:picLocks noChangeAspect="1"/>
          </p:cNvPicPr>
          <p:nvPr/>
        </p:nvPicPr>
        <p:blipFill>
          <a:blip r:embed="rId2"/>
          <a:stretch>
            <a:fillRect/>
          </a:stretch>
        </p:blipFill>
        <p:spPr>
          <a:xfrm>
            <a:off x="185938" y="892749"/>
            <a:ext cx="11682472" cy="5913632"/>
          </a:xfrm>
          <a:prstGeom prst="rect">
            <a:avLst/>
          </a:prstGeom>
        </p:spPr>
      </p:pic>
    </p:spTree>
    <p:extLst>
      <p:ext uri="{BB962C8B-B14F-4D97-AF65-F5344CB8AC3E}">
        <p14:creationId xmlns:p14="http://schemas.microsoft.com/office/powerpoint/2010/main" val="4254424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8F98-CFA7-1619-C75C-377C651F6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46953-E0CA-72D1-87E9-4EC79F490642}"/>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80321226-6E01-3140-34C0-6E0FF63439AC}"/>
              </a:ext>
            </a:extLst>
          </p:cNvPr>
          <p:cNvPicPr>
            <a:picLocks noChangeAspect="1"/>
          </p:cNvPicPr>
          <p:nvPr/>
        </p:nvPicPr>
        <p:blipFill>
          <a:blip r:embed="rId2"/>
          <a:stretch>
            <a:fillRect/>
          </a:stretch>
        </p:blipFill>
        <p:spPr>
          <a:xfrm>
            <a:off x="243333" y="854416"/>
            <a:ext cx="11705334" cy="5837426"/>
          </a:xfrm>
          <a:prstGeom prst="rect">
            <a:avLst/>
          </a:prstGeom>
        </p:spPr>
      </p:pic>
    </p:spTree>
    <p:extLst>
      <p:ext uri="{BB962C8B-B14F-4D97-AF65-F5344CB8AC3E}">
        <p14:creationId xmlns:p14="http://schemas.microsoft.com/office/powerpoint/2010/main" val="3543538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BEA1-0497-2946-ADCC-93855FD92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37924-B460-C525-5A9F-385BCF5E5ADC}"/>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7" name="Picture 6">
            <a:extLst>
              <a:ext uri="{FF2B5EF4-FFF2-40B4-BE49-F238E27FC236}">
                <a16:creationId xmlns:a16="http://schemas.microsoft.com/office/drawing/2014/main" id="{56864592-F741-D3B4-69F3-F4EBF6CF98FD}"/>
              </a:ext>
            </a:extLst>
          </p:cNvPr>
          <p:cNvPicPr>
            <a:picLocks noChangeAspect="1"/>
          </p:cNvPicPr>
          <p:nvPr/>
        </p:nvPicPr>
        <p:blipFill>
          <a:blip r:embed="rId2"/>
          <a:stretch>
            <a:fillRect/>
          </a:stretch>
        </p:blipFill>
        <p:spPr>
          <a:xfrm>
            <a:off x="243333" y="839175"/>
            <a:ext cx="11705334" cy="5867908"/>
          </a:xfrm>
          <a:prstGeom prst="rect">
            <a:avLst/>
          </a:prstGeom>
        </p:spPr>
      </p:pic>
    </p:spTree>
    <p:extLst>
      <p:ext uri="{BB962C8B-B14F-4D97-AF65-F5344CB8AC3E}">
        <p14:creationId xmlns:p14="http://schemas.microsoft.com/office/powerpoint/2010/main" val="272138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34F10-BD2B-B0D8-7134-3246C612E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55F1B-4F4E-DA6D-B8F6-8B851476EC3D}"/>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5" name="Picture 4">
            <a:extLst>
              <a:ext uri="{FF2B5EF4-FFF2-40B4-BE49-F238E27FC236}">
                <a16:creationId xmlns:a16="http://schemas.microsoft.com/office/drawing/2014/main" id="{BC3E30FD-1FE2-0827-602D-2CBF5214BFFE}"/>
              </a:ext>
            </a:extLst>
          </p:cNvPr>
          <p:cNvPicPr>
            <a:picLocks noChangeAspect="1"/>
          </p:cNvPicPr>
          <p:nvPr/>
        </p:nvPicPr>
        <p:blipFill>
          <a:blip r:embed="rId2"/>
          <a:stretch>
            <a:fillRect/>
          </a:stretch>
        </p:blipFill>
        <p:spPr>
          <a:xfrm>
            <a:off x="161981" y="821721"/>
            <a:ext cx="5791702" cy="5883150"/>
          </a:xfrm>
          <a:prstGeom prst="rect">
            <a:avLst/>
          </a:prstGeom>
        </p:spPr>
      </p:pic>
      <p:pic>
        <p:nvPicPr>
          <p:cNvPr id="7" name="Picture 6">
            <a:extLst>
              <a:ext uri="{FF2B5EF4-FFF2-40B4-BE49-F238E27FC236}">
                <a16:creationId xmlns:a16="http://schemas.microsoft.com/office/drawing/2014/main" id="{8AE5D4D4-CD57-D7FB-4ADB-A0DC1D14A9F0}"/>
              </a:ext>
            </a:extLst>
          </p:cNvPr>
          <p:cNvPicPr>
            <a:picLocks noChangeAspect="1"/>
          </p:cNvPicPr>
          <p:nvPr/>
        </p:nvPicPr>
        <p:blipFill>
          <a:blip r:embed="rId3"/>
          <a:stretch>
            <a:fillRect/>
          </a:stretch>
        </p:blipFill>
        <p:spPr>
          <a:xfrm>
            <a:off x="6238319" y="821721"/>
            <a:ext cx="5806943" cy="5883150"/>
          </a:xfrm>
          <a:prstGeom prst="rect">
            <a:avLst/>
          </a:prstGeom>
        </p:spPr>
      </p:pic>
    </p:spTree>
    <p:extLst>
      <p:ext uri="{BB962C8B-B14F-4D97-AF65-F5344CB8AC3E}">
        <p14:creationId xmlns:p14="http://schemas.microsoft.com/office/powerpoint/2010/main" val="1695489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64832-92CD-EBAE-6305-6EBEFEB34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BF12B-F99C-39D9-2F49-47F8761955A8}"/>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4" name="Picture 3">
            <a:extLst>
              <a:ext uri="{FF2B5EF4-FFF2-40B4-BE49-F238E27FC236}">
                <a16:creationId xmlns:a16="http://schemas.microsoft.com/office/drawing/2014/main" id="{A4CC7492-FE9A-8131-AE03-369D8D2F0E34}"/>
              </a:ext>
            </a:extLst>
          </p:cNvPr>
          <p:cNvPicPr>
            <a:picLocks noChangeAspect="1"/>
          </p:cNvPicPr>
          <p:nvPr/>
        </p:nvPicPr>
        <p:blipFill>
          <a:blip r:embed="rId2"/>
          <a:stretch>
            <a:fillRect/>
          </a:stretch>
        </p:blipFill>
        <p:spPr>
          <a:xfrm>
            <a:off x="243333" y="944368"/>
            <a:ext cx="11705334" cy="5913632"/>
          </a:xfrm>
          <a:prstGeom prst="rect">
            <a:avLst/>
          </a:prstGeom>
        </p:spPr>
      </p:pic>
    </p:spTree>
    <p:extLst>
      <p:ext uri="{BB962C8B-B14F-4D97-AF65-F5344CB8AC3E}">
        <p14:creationId xmlns:p14="http://schemas.microsoft.com/office/powerpoint/2010/main" val="733232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3B36C-1034-583D-7CBE-19E0C2A93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EABFE-7B78-9B1E-0BA4-F9DA81C83353}"/>
              </a:ext>
            </a:extLst>
          </p:cNvPr>
          <p:cNvSpPr>
            <a:spLocks noGrp="1"/>
          </p:cNvSpPr>
          <p:nvPr>
            <p:ph type="title"/>
          </p:nvPr>
        </p:nvSpPr>
        <p:spPr>
          <a:xfrm>
            <a:off x="838200" y="365125"/>
            <a:ext cx="10515600" cy="608269"/>
          </a:xfrm>
        </p:spPr>
        <p:txBody>
          <a:bodyPr>
            <a:normAutofit/>
          </a:bodyPr>
          <a:lstStyle/>
          <a:p>
            <a:r>
              <a:rPr lang="en-US" sz="2800" dirty="0">
                <a:latin typeface="+mn-lt"/>
              </a:rPr>
              <a:t>Screenshots</a:t>
            </a:r>
            <a:endParaRPr lang="en-IN" sz="2800" dirty="0">
              <a:latin typeface="+mn-lt"/>
            </a:endParaRPr>
          </a:p>
        </p:txBody>
      </p:sp>
      <p:pic>
        <p:nvPicPr>
          <p:cNvPr id="4" name="Picture 3">
            <a:extLst>
              <a:ext uri="{FF2B5EF4-FFF2-40B4-BE49-F238E27FC236}">
                <a16:creationId xmlns:a16="http://schemas.microsoft.com/office/drawing/2014/main" id="{B4DAE15F-9EB7-E83C-2537-7B6C7D3C3836}"/>
              </a:ext>
            </a:extLst>
          </p:cNvPr>
          <p:cNvPicPr>
            <a:picLocks noChangeAspect="1"/>
          </p:cNvPicPr>
          <p:nvPr/>
        </p:nvPicPr>
        <p:blipFill>
          <a:blip r:embed="rId2"/>
          <a:stretch>
            <a:fillRect/>
          </a:stretch>
        </p:blipFill>
        <p:spPr>
          <a:xfrm>
            <a:off x="243333" y="841999"/>
            <a:ext cx="11705334" cy="5921253"/>
          </a:xfrm>
          <a:prstGeom prst="rect">
            <a:avLst/>
          </a:prstGeom>
        </p:spPr>
      </p:pic>
    </p:spTree>
    <p:extLst>
      <p:ext uri="{BB962C8B-B14F-4D97-AF65-F5344CB8AC3E}">
        <p14:creationId xmlns:p14="http://schemas.microsoft.com/office/powerpoint/2010/main" val="112041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01205"/>
          </a:xfrm>
          <a:prstGeom prst="rect">
            <a:avLst/>
          </a:prstGeom>
          <a:noFill/>
        </p:spPr>
        <p:txBody>
          <a:bodyPr wrap="square" rtlCol="0">
            <a:spAutoFit/>
          </a:bodyPr>
          <a:lstStyle/>
          <a:p>
            <a:r>
              <a:rPr lang="en-IN" sz="2000" b="1" dirty="0"/>
              <a:t>Key Innovations</a:t>
            </a:r>
          </a:p>
          <a:p>
            <a:pPr marL="342900" indent="-342900">
              <a:buFont typeface="Arial" panose="020B0604020202020204" pitchFamily="34" charset="0"/>
              <a:buChar char="•"/>
            </a:pPr>
            <a:r>
              <a:rPr lang="en-IN" sz="2000" dirty="0"/>
              <a:t>Multi-Agent Learning Assistant </a:t>
            </a:r>
          </a:p>
          <a:p>
            <a:pPr marL="342900" indent="-342900">
              <a:buFont typeface="Arial" panose="020B0604020202020204" pitchFamily="34" charset="0"/>
              <a:buChar char="•"/>
            </a:pPr>
            <a:r>
              <a:rPr lang="en-IN" sz="2000" dirty="0"/>
              <a:t>RAG-Based Knowledge Retrieval </a:t>
            </a:r>
          </a:p>
          <a:p>
            <a:pPr marL="342900" indent="-342900">
              <a:buFont typeface="Arial" panose="020B0604020202020204" pitchFamily="34" charset="0"/>
              <a:buChar char="•"/>
            </a:pPr>
            <a:r>
              <a:rPr lang="en-IN" sz="2000" dirty="0"/>
              <a:t>Personalized Study Planning </a:t>
            </a:r>
          </a:p>
          <a:p>
            <a:pPr marL="342900" indent="-342900">
              <a:buFont typeface="Arial" panose="020B0604020202020204" pitchFamily="34" charset="0"/>
              <a:buChar char="•"/>
            </a:pPr>
            <a:r>
              <a:rPr lang="en-IN" sz="2000" dirty="0"/>
              <a:t>Automated Quiz &amp; Flashcard Generation </a:t>
            </a:r>
          </a:p>
          <a:p>
            <a:pPr marL="342900" indent="-342900">
              <a:buFont typeface="Arial" panose="020B0604020202020204" pitchFamily="34" charset="0"/>
              <a:buChar char="•"/>
            </a:pPr>
            <a:r>
              <a:rPr lang="en-IN" sz="2000" dirty="0"/>
              <a:t>Context-Aware Doubt Resolution </a:t>
            </a:r>
          </a:p>
          <a:p>
            <a:pPr marL="342900" indent="-342900">
              <a:buFont typeface="Arial" panose="020B0604020202020204" pitchFamily="34" charset="0"/>
              <a:buChar char="•"/>
            </a:pPr>
            <a:r>
              <a:rPr lang="en-IN" sz="2000" dirty="0"/>
              <a:t>Exam-Focused Revision Support </a:t>
            </a:r>
          </a:p>
          <a:p>
            <a:pPr marL="342900" indent="-342900">
              <a:buFont typeface="Arial" panose="020B0604020202020204" pitchFamily="34" charset="0"/>
              <a:buChar char="•"/>
            </a:pPr>
            <a:r>
              <a:rPr lang="en-IN" sz="2000" dirty="0"/>
              <a:t>Adaptive Learning Recommendations </a:t>
            </a:r>
          </a:p>
          <a:p>
            <a:pPr marL="342900" indent="-342900">
              <a:buFont typeface="Arial" panose="020B0604020202020204" pitchFamily="34" charset="0"/>
              <a:buChar char="•"/>
            </a:pPr>
            <a:r>
              <a:rPr lang="en-IN" sz="2000" dirty="0"/>
              <a:t>IBM Granite-Powered Reasoning </a:t>
            </a:r>
          </a:p>
          <a:p>
            <a:pPr marL="342900" indent="-342900">
              <a:buFont typeface="Arial" panose="020B0604020202020204" pitchFamily="34" charset="0"/>
              <a:buChar char="•"/>
            </a:pPr>
            <a:r>
              <a:rPr lang="en-IN" sz="2000" dirty="0"/>
              <a:t>Subject Independent Architecture </a:t>
            </a:r>
          </a:p>
          <a:p>
            <a:pPr marL="342900" indent="-342900">
              <a:buFont typeface="Arial" panose="020B0604020202020204" pitchFamily="34" charset="0"/>
              <a:buChar char="•"/>
            </a:pPr>
            <a:r>
              <a:rPr lang="en-IN" sz="2000" dirty="0"/>
              <a:t>Student-Centric Interactive Dashboard </a:t>
            </a:r>
          </a:p>
          <a:p>
            <a:endParaRPr lang="en-IN" sz="2000" dirty="0"/>
          </a:p>
          <a:p>
            <a:r>
              <a:rPr lang="en-IN" sz="2000" dirty="0" err="1"/>
              <a:t>StudyGen</a:t>
            </a:r>
            <a:r>
              <a:rPr lang="en-IN" sz="2000" dirty="0"/>
              <a:t> AI acts as a complete AI-powered study companion rather than a traditional educational chatbot.</a:t>
            </a:r>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4"/>
            <a:ext cx="9214580" cy="4952943"/>
          </a:xfrm>
          <a:prstGeom prst="rect">
            <a:avLst/>
          </a:prstGeom>
          <a:noFill/>
          <a:ln>
            <a:noFill/>
          </a:ln>
        </p:spPr>
        <p:txBody>
          <a:bodyPr spcFirstLastPara="1" wrap="square" lIns="0" tIns="0" rIns="0" bIns="0" anchor="t" anchorCtr="0">
            <a:noAutofit/>
          </a:bodyPr>
          <a:lstStyle/>
          <a:p>
            <a:r>
              <a:rPr lang="en-IN" sz="2000" b="1" dirty="0"/>
              <a:t>1: Voice-Based AI Tutor &amp; Multilingual Learning</a:t>
            </a:r>
          </a:p>
          <a:p>
            <a:r>
              <a:rPr lang="en-IN" sz="2000" dirty="0" err="1"/>
              <a:t>StudyGen</a:t>
            </a:r>
            <a:r>
              <a:rPr lang="en-IN" sz="2000" dirty="0"/>
              <a:t> AI can be enhanced with a voice-enabled AI tutor that allows students to interact using natural speech instead of typing. The system can support multiple languages, enabling students from diverse backgrounds to learn in their preferred language. Voice explanations, real-time doubt resolution, and multilingual summaries will improve accessibility and create a more personalized learning experience.</a:t>
            </a:r>
          </a:p>
          <a:p>
            <a:endParaRPr lang="en-IN" sz="2000" dirty="0"/>
          </a:p>
          <a:p>
            <a:r>
              <a:rPr lang="en-IN" sz="2000" b="1" dirty="0"/>
              <a:t>2: Predictive Learning Analytics &amp; Exam Readiness Assessment</a:t>
            </a:r>
          </a:p>
          <a:p>
            <a:r>
              <a:rPr lang="en-IN" sz="2000" dirty="0"/>
              <a:t>Future versions of </a:t>
            </a:r>
            <a:r>
              <a:rPr lang="en-IN" sz="2000" dirty="0" err="1"/>
              <a:t>StudyGen</a:t>
            </a:r>
            <a:r>
              <a:rPr lang="en-IN" sz="2000" dirty="0"/>
              <a:t> AI can incorporate advanced learning analytics to monitor student performance, identify weak topics, and predict exam readiness. By </a:t>
            </a:r>
            <a:r>
              <a:rPr lang="en-IN" sz="2000" dirty="0" err="1"/>
              <a:t>analyzing</a:t>
            </a:r>
            <a:r>
              <a:rPr lang="en-IN" sz="2000" dirty="0"/>
              <a:t> quiz results, study habits, and syllabus coverage, the system can provide personalized recommendations, prioritize important topics, and generate predictive alerts such as </a:t>
            </a:r>
            <a:r>
              <a:rPr lang="en-IN" sz="2000" i="1" dirty="0"/>
              <a:t>"Focus on Machine Learning Algorithms – High probability of appearing in upcoming exams."</a:t>
            </a:r>
            <a:r>
              <a:rPr lang="en-IN" sz="2000" dirty="0"/>
              <a:t> This will help students prepare more effectively and improve academic outcomes.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EFBA9E84-3FF7-6F74-996D-5B8C9E6C5A78}"/>
              </a:ext>
            </a:extLst>
          </p:cNvPr>
          <p:cNvPicPr>
            <a:picLocks noChangeAspect="1"/>
          </p:cNvPicPr>
          <p:nvPr/>
        </p:nvPicPr>
        <p:blipFill>
          <a:blip r:embed="rId2"/>
          <a:stretch>
            <a:fillRect/>
          </a:stretch>
        </p:blipFill>
        <p:spPr>
          <a:xfrm>
            <a:off x="656392" y="1367169"/>
            <a:ext cx="6454699" cy="485436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9B339A6D-9925-732E-CC71-8A4EADB5E5CE}"/>
              </a:ext>
            </a:extLst>
          </p:cNvPr>
          <p:cNvPicPr>
            <a:picLocks noChangeAspect="1"/>
          </p:cNvPicPr>
          <p:nvPr/>
        </p:nvPicPr>
        <p:blipFill>
          <a:blip r:embed="rId2"/>
          <a:stretch>
            <a:fillRect/>
          </a:stretch>
        </p:blipFill>
        <p:spPr>
          <a:xfrm>
            <a:off x="2154676" y="1477578"/>
            <a:ext cx="7559695" cy="483911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846</Words>
  <Application>Microsoft Office PowerPoint</Application>
  <PresentationFormat>Widescreen</PresentationFormat>
  <Paragraphs>115</Paragraphs>
  <Slides>21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Screenshots</vt:lpstr>
      <vt:lpstr>Screenshots</vt:lpstr>
      <vt:lpstr>Screenshots</vt:lpstr>
      <vt:lpstr>Screenshots</vt:lpstr>
      <vt:lpstr>Screenshots</vt:lpstr>
      <vt:lpstr>Screenshots</vt:lpstr>
      <vt:lpstr>Screenshots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Komal Aggarwal</cp:lastModifiedBy>
  <cp:revision>6</cp:revision>
  <dcterms:created xsi:type="dcterms:W3CDTF">2025-07-08T05:06:56Z</dcterms:created>
  <dcterms:modified xsi:type="dcterms:W3CDTF">2026-07-04T09:14:06Z</dcterms:modified>
</cp:coreProperties>
</file>